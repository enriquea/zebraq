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S8 — Bonus: a dataset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you have never seen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Human fetal heart, four chambers, GSE106118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Everything until now has been guided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This is not.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You have the workflow from S6, a new dataset and a different species.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data is already human, so no ortholog step is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lists, deliberately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A — the 50 most highly expressed genes in the left atrium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B — the 50 genes most specific to left atrium versus right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Submit both to Enrichr, GO Biological Process 2025.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Before you look: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write down what you expect each list to return.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many genes do the two lists even share?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are the most highly expressed genes in any human tissue?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list could distinguish one chamber from another?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One list describes the tissue.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other describes the chamber.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top-expressed list of almost any human tissue returns ribosomes,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mitochondria and muscle contraction. It is not wrong — it is just not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an answer to the question you asked.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For the list that gave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 more interesting answer,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open the Genes column of the top five terms.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What would you actually defend?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Is any term driven by a single gene family?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Do two or three terms rest on the same genes under different names?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Is any term obviously mislabelled for this tissue?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Report the two or three findings you would defend.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Then say plainly which ones you discarded, and why.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That last sentence is the part that makes it science.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