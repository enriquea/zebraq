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45775" cy="14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A1A1A"/>
                </a:solidFill>
                <a:latin typeface="Helvetica"/>
              </a:rPr>
              <a:t>S8 — Bonus: a dataset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A1A1A"/>
                </a:solidFill>
                <a:latin typeface="Helvetica"/>
              </a:rPr>
              <a:t>you have never seen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1198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666666"/>
                </a:solidFill>
                <a:latin typeface="Helvetica"/>
              </a:rPr>
              <a:t>Human fetal heart, four chambers, GSE106118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Everything until now has been guided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This is not.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You have the workflow from S6, a new dataset and a different species.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The data is already human, so no ortholog step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Two lists, deliberately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A — the 50 most highly expressed genes in the left atrium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B — the 50 genes most specific to left atrium versus right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Submit both to Enrichr, GO Biological Process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Before you look: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write down what you expect each list to return.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How many genes do the two lists even share?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What are the most highly expressed genes in any human tissue?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Which list could distinguish one chamber from another?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1280160" cy="2286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858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One list describes the tissue.</a:t>
            </a:r>
          </a:p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1A1A1A"/>
                </a:solidFill>
                <a:latin typeface="Helvetica"/>
              </a:rPr>
              <a:t>The other describes the chamber.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67280"/>
            <a:ext cx="10545775" cy="137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The top-expressed list of almost any human tissue returns ribosomes,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mitochondria and muscle contraction. It is not wrong — it is just not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666666"/>
                </a:solidFill>
                <a:latin typeface="Helvetica"/>
              </a:rPr>
              <a:t>an answer to the question you asked.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2182B"/>
                </a:solidFill>
                <a:latin typeface="Helvetica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For the list that gave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the more interesting answer,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open the Genes column of the top five terms.</a:t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Aft>
                <a:spcPts val="1600"/>
              </a:spcAft>
            </a:pPr>
            <a:r>
              <a:rPr sz="3000" b="1" i="0">
                <a:solidFill>
                  <a:srgbClr val="1A1A1A"/>
                </a:solidFill>
                <a:latin typeface="Helvetica"/>
              </a:rPr>
              <a:t>What would you actually defend?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666666"/>
                </a:solidFill>
                <a:latin typeface="Helvetica"/>
              </a:rPr>
              <a:t>hint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Is any term driven by a single gene family?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Do two or three terms rest on the same genes under different names?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666666"/>
                </a:solidFill>
                <a:latin typeface="Helvetica"/>
              </a:rPr>
              <a:t>— Is any term obviously mislabelled for this tissue?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A1A1A"/>
                </a:solidFill>
                <a:latin typeface="Helvetica"/>
              </a:rPr>
              <a:t>Report the two or three findings you would defend.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4577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Then say plainly which ones you discarded, and why.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66666"/>
                </a:solidFill>
                <a:latin typeface="Helvetica"/>
              </a:rPr>
              <a:t>That last sentence is the part that makes it science.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