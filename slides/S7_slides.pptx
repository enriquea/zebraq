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42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S7 — Orthologs, networks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and pathways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98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Rescuing a gene list that enriched in nothing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Where S6 left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354 genes up. Strong fold changes. Tiny adjusted p-values.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Zero significant GO terms.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explanations fit.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1. These genes genuinely share nothing.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2. Nobody has written down what they do.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How would you tell them apart?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FishEnrichr's GO library is dated 2018. The human one is current.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Far more money has been spent annotating human genes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Most zebrafish genes have a human counterpart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Ask a database that knows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Map the genes to their human orthologs and ask the human GO library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identical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Orthologs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Two genes are orthologs if they descend from the same gene in the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common ancestor of the two species.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Zebrafish is awkward: an extra whole-genome duplication means one human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gene often has two zebrafish copies, named a and b.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Human COL1A1  -&gt;  zebrafish col1a1a and col1a1b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serpinh1b is labelled ortholog_one2many.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A strict one2one filter would drop it.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Should 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serpinh1b maps to exactly one human gene: SERPINH1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'many' is that SERPINH1 has two zebrafish partners, a and b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direction are we travelling?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No. The ambiguity is on the side we are leaving.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'1:1' has to mean one zebrafish gene, one human gene: n_human_partners == 1.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Ensembl's one2one label would silently delete serpinh1b — one of the most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convincing gene in the experiment — and every other gene the teleost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duplication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0469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serpinh1b   log2FC +3.72   padj 1e-112   (3rd smallest padj of 354)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858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In zebrafish: nothing.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In human: the unfolded protein response.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280"/>
            <a:ext cx="10545775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131 human genes, from 354 zebrafish ones. Fewer genes, and now a signal.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limit was never the statistics. It was how much had been written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5854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Response to Unfolded Protein     6/44    4.2e-04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DNAJA1  HSPA2  HSPA4  HSP90AA1  HSPB1  SERPINH1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This result only appeared after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we transformed the data.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How do you know the transformation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did not create it?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You need something whose answer you already know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down-regulated list already worked in zebrafish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should happen to it after the same mapping?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Run the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down list gave extracellular matrix organization in zebrafish.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After mapping it gives extracellular matrix organization in human.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mapping reproduces what we already knew, so the new finding is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more believable.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How the same mapping can lie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Keep every ortholog instead,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and the up-list returns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Cellular Response to Zinc Ion,  padj = 1.8e-19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60 significant terms instead of 2.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Why is this worse, not better?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Read the genes: MT1A MT1B MT1E MT1F MT1G MT1H MT1HL1 MT1M MT1X MT2A MT3 MT4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many zebrafish genes did those twelve come from?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does a hypergeometric test assume about its genes?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One gene, mt2, became twelve.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Every metallothionein entered through a single zebrafish gene. The test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assumes independent draws, so it believed twelve independent observations.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same happens on the down side: four ugt genes expand to nineteen each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and manufacture a steroid metabolism story.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An ortholog mapping that expands genes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will invent findings.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Check how many partners each gene brought with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How much does the database itself move?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same 131 genes, four GO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release   terms tested   significant   top term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2021           1264            18       response to unfolded protein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2023           1044            10       Response To Unfolded Protein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2025           1034             2       Response to Unfolded Protein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2026           1129            11       Response to Unfolded Protein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18 significant terms in 2021.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2 in 2025. 11 in 2026.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Identical genes. Identical code.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Which conclusion do you trust?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term appears in all four rows?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IRE1-mediated UPR was significant in 2021 and is gone by 2025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Bone mineralization appears in 2023, vanishes, returns in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one that survives every release.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83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Response to unfolded protein is significant in all four, even though the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size of the GO term itself changes from 49 genes to 44 to 45.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Everything else is a property of the annotation, not of your experiment.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A conclusion that survives the database version</a:t>
            </a:r>
          </a:p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is robust.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Re-running against another release costs one changed string.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is the cheapest robustness check you have.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more tools, one more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STRING asks whether these proteins touch each other.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Reactome asks which curated pathway they sit in.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Both take the same list. Neither replaces reading the genes.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Collagens down. ER folding machinery up.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 up thirteen-fold.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 is HSP47.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It folds collagen, and nothing else.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Write the two sentences that connect these.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happens in a cell that cannot fold what it is trying to secrete?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came first — is this cause, or consequence?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Then: what experiment would distinguish the two?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