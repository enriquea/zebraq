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468880"/>
            <a:ext cx="10545775" cy="142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1A1A1A"/>
                </a:solidFill>
                <a:latin typeface="Helvetica"/>
              </a:rPr>
              <a:t>S7 — Orthologs, networks</a:t>
            </a:r>
          </a:p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1A1A1A"/>
                </a:solidFill>
                <a:latin typeface="Helvetica"/>
              </a:rPr>
              <a:t>and pathways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11988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 i="0">
                <a:solidFill>
                  <a:srgbClr val="666666"/>
                </a:solidFill>
                <a:latin typeface="Helvetica"/>
              </a:rPr>
              <a:t>Rescuing a gene list that enriched in nothing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Where S6 left 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4577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354 genes up. Strong fold changes. Tiny adjusted p-values.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Zero significant GO terms.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B2182B"/>
                </a:solidFill>
                <a:latin typeface="Helvetica"/>
              </a:rPr>
              <a:t>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Two explanations fit.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/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1. These genes genuinely share nothing.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2. Nobody has written down what they do.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/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How would you tell them apart?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666666"/>
                </a:solidFill>
                <a:latin typeface="Helvetica"/>
              </a:rPr>
              <a:t>hint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FishEnrichr's GO library is dated 2018. The human one is current.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Far more money has been spent annotating human genes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Most zebrafish genes have a human counterpart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77240"/>
            <a:ext cx="1280160" cy="22860"/>
          </a:xfrm>
          <a:prstGeom prst="rect">
            <a:avLst/>
          </a:prstGeom>
          <a:solidFill>
            <a:srgbClr val="B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429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1A1A1A"/>
                </a:solidFill>
                <a:latin typeface="Helvetica"/>
              </a:rPr>
              <a:t>Ask a database that knows more.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38020"/>
            <a:ext cx="10545775" cy="916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Map the genes to their human orthologs and ask the human GO library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the identical question.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Orthologs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4577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Two genes are orthologs if they descend from the same gene in the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common ancestor of the two species.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/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Zebrafish is awkward: an extra whole-genome duplication means one human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gene often has two zebrafish copies, named a and b.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/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Human COL1A1  -&gt;  zebrafish col1a1a and col1a1b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B2182B"/>
                </a:solidFill>
                <a:latin typeface="Helvetica"/>
              </a:rPr>
              <a:t>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serpinh1b is labelled ortholog_one2many.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/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A strict one2one filter would drop it.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Should it?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666666"/>
                </a:solidFill>
                <a:latin typeface="Helvetica"/>
              </a:rPr>
              <a:t>hint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serpinh1b maps to exactly one human gene: SERPINH1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The 'many' is that SERPINH1 has two zebrafish partners, a and b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Which direction are we travelling?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77240"/>
            <a:ext cx="1280160" cy="22860"/>
          </a:xfrm>
          <a:prstGeom prst="rect">
            <a:avLst/>
          </a:prstGeom>
          <a:solidFill>
            <a:srgbClr val="B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429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1A1A1A"/>
                </a:solidFill>
                <a:latin typeface="Helvetica"/>
              </a:rPr>
              <a:t>No. The ambiguity is on the side we are leaving.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38020"/>
            <a:ext cx="10545775" cy="2292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'1:1' has to mean one zebrafish gene, one human gene: n_human_partners == 1.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/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Ensembl's one2one label would silently delete serpinh1b — one of the most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convincing gene in the experiment — and every other gene the teleost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duplication touched.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04690"/>
            <a:ext cx="1054577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Menlo"/>
              </a:rPr>
              <a:t>serpinh1b   log2FC +3.72   padj 1e-112   (3rd smallest padj of 354)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77240"/>
            <a:ext cx="1280160" cy="22860"/>
          </a:xfrm>
          <a:prstGeom prst="rect">
            <a:avLst/>
          </a:prstGeom>
          <a:solidFill>
            <a:srgbClr val="B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858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1A1A1A"/>
                </a:solidFill>
                <a:latin typeface="Helvetica"/>
              </a:rPr>
              <a:t>In zebrafish: nothing.</a:t>
            </a:r>
          </a:p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1A1A1A"/>
                </a:solidFill>
                <a:latin typeface="Helvetica"/>
              </a:rPr>
              <a:t>In human: the unfolded protein response.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67280"/>
            <a:ext cx="10545775" cy="916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131 human genes, from 354 zebrafish ones. Fewer genes, and now a signal.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The limit was never the statistics. It was how much had been written down.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58540"/>
            <a:ext cx="1054577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Menlo"/>
              </a:rPr>
              <a:t>Response to Unfolded Protein     6/44    4.2e-04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Menlo"/>
              </a:rPr>
              <a:t>DNAJA1  HSPA2  HSPA4  HSP90AA1  HSPB1  SERPINH1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B2182B"/>
                </a:solidFill>
                <a:latin typeface="Helvetica"/>
              </a:rPr>
              <a:t>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This result only appeared after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we transformed the data.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/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How do you know the transformation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did not create it?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666666"/>
                </a:solidFill>
                <a:latin typeface="Helvetica"/>
              </a:rPr>
              <a:t>hint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You need something whose answer you already know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The down-regulated list already worked in zebrafish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What should happen to it after the same mapping?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77240"/>
            <a:ext cx="1280160" cy="22860"/>
          </a:xfrm>
          <a:prstGeom prst="rect">
            <a:avLst/>
          </a:prstGeom>
          <a:solidFill>
            <a:srgbClr val="B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429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1A1A1A"/>
                </a:solidFill>
                <a:latin typeface="Helvetica"/>
              </a:rPr>
              <a:t>Run the control.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38020"/>
            <a:ext cx="10545775" cy="2292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The down list gave extracellular matrix organization in zebrafish.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After mapping it gives extracellular matrix organization in human.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/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The mapping reproduces what we already knew, so the new finding is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more believable.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834640"/>
            <a:ext cx="1054577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800" b="1" i="0">
                <a:solidFill>
                  <a:srgbClr val="1A1A1A"/>
                </a:solidFill>
                <a:latin typeface="Helvetica"/>
              </a:rPr>
              <a:t>How the same mapping can lie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B2182B"/>
                </a:solidFill>
                <a:latin typeface="Helvetica"/>
              </a:rPr>
              <a:t>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Keep every ortholog instead,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and the up-list returns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/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Cellular Response to Zinc Ion,  padj = 1.8e-19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60 significant terms instead of 2.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/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Why is this worse, not better?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666666"/>
                </a:solidFill>
                <a:latin typeface="Helvetica"/>
              </a:rPr>
              <a:t>hint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Read the genes: MT1A MT1B MT1E MT1F MT1G MT1H MT1HL1 MT1M MT1X MT2A MT3 MT4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How many zebrafish genes did those twelve come from?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What does a hypergeometric test assume about its genes?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77240"/>
            <a:ext cx="1280160" cy="22860"/>
          </a:xfrm>
          <a:prstGeom prst="rect">
            <a:avLst/>
          </a:prstGeom>
          <a:solidFill>
            <a:srgbClr val="B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429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1A1A1A"/>
                </a:solidFill>
                <a:latin typeface="Helvetica"/>
              </a:rPr>
              <a:t>One gene, mt2, became twelve.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38020"/>
            <a:ext cx="10545775" cy="2292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Every metallothionein entered through a single zebrafish gene. The test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assumes independent draws, so it believed twelve independent observations.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/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The same happens on the down side: four ugt genes expand to nineteen each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and manufacture a steroid metabolism story.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400" b="1" i="0">
                <a:solidFill>
                  <a:srgbClr val="1A1A1A"/>
                </a:solidFill>
                <a:latin typeface="Helvetica"/>
              </a:rPr>
              <a:t>An ortholog mapping that expands genes</a:t>
            </a:r>
          </a:p>
          <a:p>
            <a:pPr algn="l">
              <a:spcAft>
                <a:spcPts val="1000"/>
              </a:spcAft>
            </a:pPr>
            <a:r>
              <a:rPr sz="3400" b="1" i="0">
                <a:solidFill>
                  <a:srgbClr val="1A1A1A"/>
                </a:solidFill>
                <a:latin typeface="Helvetica"/>
              </a:rPr>
              <a:t>will invent findings.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4577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Check how many partners each gene brought with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834640"/>
            <a:ext cx="1054577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800" b="1" i="0">
                <a:solidFill>
                  <a:srgbClr val="1A1A1A"/>
                </a:solidFill>
                <a:latin typeface="Helvetica"/>
              </a:rPr>
              <a:t>How much does the database itself move?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77240"/>
            <a:ext cx="1280160" cy="22860"/>
          </a:xfrm>
          <a:prstGeom prst="rect">
            <a:avLst/>
          </a:prstGeom>
          <a:solidFill>
            <a:srgbClr val="B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429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1A1A1A"/>
                </a:solidFill>
                <a:latin typeface="Helvetica"/>
              </a:rPr>
              <a:t>The same 131 genes, four GO releases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38020"/>
            <a:ext cx="1054577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Menlo"/>
              </a:rPr>
              <a:t>release   terms tested   significant   top term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Menlo"/>
              </a:rPr>
              <a:t>2021           1264            18       response to unfolded protein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Menlo"/>
              </a:rPr>
              <a:t>2023           1044            10       Response To Unfolded Protein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Menlo"/>
              </a:rPr>
              <a:t>2025           1034             2       Response to Unfolded Protein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Menlo"/>
              </a:rPr>
              <a:t>2026           1129            11       Response to Unfolded Protein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B2182B"/>
                </a:solidFill>
                <a:latin typeface="Helvetica"/>
              </a:rPr>
              <a:t>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18 significant terms in 2021.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2 in 2025. 11 in 2026.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/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Identical genes. Identical code.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Which conclusion do you trust?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666666"/>
                </a:solidFill>
                <a:latin typeface="Helvetica"/>
              </a:rPr>
              <a:t>hint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Which term appears in all four rows?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IRE1-mediated UPR was significant in 2021 and is gone by 2025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Bone mineralization: significant in 2021 and 2023, gone in 2025, back in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77240"/>
            <a:ext cx="1280160" cy="22860"/>
          </a:xfrm>
          <a:prstGeom prst="rect">
            <a:avLst/>
          </a:prstGeom>
          <a:solidFill>
            <a:srgbClr val="B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429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1A1A1A"/>
                </a:solidFill>
                <a:latin typeface="Helvetica"/>
              </a:rPr>
              <a:t>The one that survives every release.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38020"/>
            <a:ext cx="10545775" cy="1833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Response to unfolded protein is significant in all four, even though the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size of the GO term itself changes from 49 genes to 44 to 45.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/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Everything else is a property of the annotation, not of your experiment.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1A1A1A"/>
                </a:solidFill>
                <a:latin typeface="Helvetica"/>
              </a:rPr>
              <a:t>A conclusion that survives the database version</a:t>
            </a:r>
          </a:p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1A1A1A"/>
                </a:solidFill>
                <a:latin typeface="Helvetica"/>
              </a:rPr>
              <a:t>is robust.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4577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Re-running against another release costs one changed string.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It is the cheapest robustness check you have.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Two more tools, one more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4577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STRING asks whether these proteins touch each other.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Reactome asks which curated pathway they sit in.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/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Both take the same list. Neither replaces reading the genes.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B2182B"/>
                </a:solidFill>
                <a:latin typeface="Helvetica"/>
              </a:rPr>
              <a:t>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Collagens down. ER folding machinery up.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SERPINH1 up thirteen-fold.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/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SERPINH1 is HSP47.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It folds collagen, and nothing else.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/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Write the two sentences that connect these.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666666"/>
                </a:solidFill>
                <a:latin typeface="Helvetica"/>
              </a:rPr>
              <a:t>hint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What happens in a cell that cannot fold what it is trying to secrete?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Which came first — is this cause, or consequence?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Then: what experiment would distinguish the two?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